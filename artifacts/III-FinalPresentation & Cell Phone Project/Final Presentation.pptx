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19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64" autoAdjust="0"/>
    <p:restoredTop sz="86433"/>
  </p:normalViewPr>
  <p:slideViewPr>
    <p:cSldViewPr snapToGrid="0">
      <p:cViewPr varScale="1">
        <p:scale>
          <a:sx n="93" d="100"/>
          <a:sy n="93" d="100"/>
        </p:scale>
        <p:origin x="232" y="5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1BFA7-3858-3541-B6D8-DE8D6C57328E}" type="datetimeFigureOut">
              <a:rPr lang="en-US" smtClean="0"/>
              <a:t>12/24/24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AD848-1BB2-E142-92F4-A86EECDCA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24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26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2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20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2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16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64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19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32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14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26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D848-1BB2-E142-92F4-A86EECDCA8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8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42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6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0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4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7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3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0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44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8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69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BEBF9-7A1A-0804-5CB3-F5711247F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250" r="9085" b="-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3600" dirty="0"/>
              <a:t>Cellphones in schools: </a:t>
            </a:r>
            <a:br>
              <a:rPr lang="en-US" sz="3600" dirty="0"/>
            </a:br>
            <a:r>
              <a:rPr lang="en-US" sz="3600" dirty="0"/>
              <a:t>A Policy Review &amp;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</p:spPr>
        <p:txBody>
          <a:bodyPr anchor="ctr">
            <a:normAutofit/>
          </a:bodyPr>
          <a:lstStyle/>
          <a:p>
            <a:pPr algn="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C488-C315-DA90-D8E0-7B5A8925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4C045-A20B-C685-4789-081AE8C48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Statement</a:t>
            </a:r>
            <a:r>
              <a:rPr lang="en-US" baseline="0" dirty="0"/>
              <a:t> or Definition of the Problem*</a:t>
            </a:r>
          </a:p>
          <a:p>
            <a:r>
              <a:rPr lang="en-US" baseline="0" dirty="0"/>
              <a:t>Project Charter Overview*</a:t>
            </a:r>
          </a:p>
          <a:p>
            <a:pPr lvl="1"/>
            <a:r>
              <a:rPr lang="en-US" dirty="0"/>
              <a:t>Key Stakeholders*</a:t>
            </a:r>
          </a:p>
        </p:txBody>
      </p:sp>
    </p:spTree>
    <p:extLst>
      <p:ext uri="{BB962C8B-B14F-4D97-AF65-F5344CB8AC3E}">
        <p14:creationId xmlns:p14="http://schemas.microsoft.com/office/powerpoint/2010/main" val="10223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4F1A-CE74-DE0B-B3B2-27E7AE53B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Key Elements (Scope document will be useful here)*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AD47A-429E-4EBC-2717-A1C1F0C41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Aim of the Project</a:t>
            </a:r>
          </a:p>
          <a:p>
            <a:r>
              <a:rPr lang="en-US" dirty="0"/>
              <a:t>What data was used</a:t>
            </a:r>
          </a:p>
        </p:txBody>
      </p:sp>
    </p:spTree>
    <p:extLst>
      <p:ext uri="{BB962C8B-B14F-4D97-AF65-F5344CB8AC3E}">
        <p14:creationId xmlns:p14="http://schemas.microsoft.com/office/powerpoint/2010/main" val="154578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1601-674C-7AA3-87D8-44396FF5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What were the measures of success?*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0A69D-2B16-DC9E-2870-A97C28D55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data was used to define project focus?</a:t>
            </a:r>
          </a:p>
          <a:p>
            <a:r>
              <a:rPr lang="en-US" dirty="0"/>
              <a:t>What data was used to measure progress?</a:t>
            </a:r>
          </a:p>
          <a:p>
            <a:r>
              <a:rPr lang="en-US" dirty="0"/>
              <a:t>What data was used to provide evidence of success?</a:t>
            </a:r>
          </a:p>
        </p:txBody>
      </p:sp>
    </p:spTree>
    <p:extLst>
      <p:ext uri="{BB962C8B-B14F-4D97-AF65-F5344CB8AC3E}">
        <p14:creationId xmlns:p14="http://schemas.microsoft.com/office/powerpoint/2010/main" val="4161786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D4FB-7D6D-124A-81DF-B08D0E3B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</a:t>
            </a:r>
            <a:r>
              <a:rPr lang="en-US" baseline="0" dirty="0"/>
              <a:t> changes were made from beginning to end of project?*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4F19-6BB3-AB29-5561-C59C7CEE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38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5E29-A760-46D9-2295-F1F8A4FC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did your project interface with school culture, character education, and/or ethical practice?*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48BC5-3353-49BA-4DA3-0FECDA8EE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39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8CBA-5D1E-AFB6-EC2A-C6024D1C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was the impact of project and what data was used as evidence of impact?*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ED208-6FDE-59EC-749C-5ADE5FD21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74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830F7-ED3F-649E-4794-1EAE66D5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next steps for this project; is it ongoing or is it at completion?  Where will you/would you take it next if you were to continue to work on this issue and why?*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87020-4137-F6C5-BBB9-5829EA02F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85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534C-CACF-5359-A628-373C2B98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Issue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838AA-32EF-5619-0D4F-E448665BC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90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ACF71-D2D7-40DE-D418-C1ECF96E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across schools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B0D8C-28A0-A3F0-DF37-4BD1D9918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00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CAA8-9BF1-40DF-503E-C54DAB75D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my school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A9D03-013E-8DBC-A0FF-0D2591432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00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C558-303A-99B7-7131-5D927AC8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phone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9876F-B799-5001-FBC9-290722710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86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D94D-873B-32FA-35FA-346B72AA9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results alignment with academic studies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5462E-37B8-C6B2-E13B-3A517B16F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51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1D30-3232-1A58-9C2C-35A34CF75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 The School's new cell phone 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DB907-03E9-CEB2-E4EA-80D4ADD61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57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4C91-0B81-E09B-3D40-550B812C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 the new 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270A0-C891-F5EF-8144-0DA28B80C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4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8344-7576-5212-4758-2F711179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Faculty follow-up survey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EB70F-7A1A-B8FD-BB32-7003627E9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18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6FE1-859B-1694-7BA4-B778CC0D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D6B99-D1B2-FB28-BBD7-9670C6C3F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086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LightSeedLeftStep">
      <a:dk1>
        <a:srgbClr val="000000"/>
      </a:dk1>
      <a:lt1>
        <a:srgbClr val="FFFFFF"/>
      </a:lt1>
      <a:dk2>
        <a:srgbClr val="213B37"/>
      </a:dk2>
      <a:lt2>
        <a:srgbClr val="E8E6E2"/>
      </a:lt2>
      <a:accent1>
        <a:srgbClr val="8BA3D2"/>
      </a:accent1>
      <a:accent2>
        <a:srgbClr val="67ADC4"/>
      </a:accent2>
      <a:accent3>
        <a:srgbClr val="73ADA3"/>
      </a:accent3>
      <a:accent4>
        <a:srgbClr val="64B184"/>
      </a:accent4>
      <a:accent5>
        <a:srgbClr val="6DB16D"/>
      </a:accent5>
      <a:accent6>
        <a:srgbClr val="83AF63"/>
      </a:accent6>
      <a:hlink>
        <a:srgbClr val="94805A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210</Words>
  <Application>Microsoft Macintosh PowerPoint</Application>
  <PresentationFormat>Widescreen</PresentationFormat>
  <Paragraphs>36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Calisto MT</vt:lpstr>
      <vt:lpstr>Univers Condensed</vt:lpstr>
      <vt:lpstr>ChronicleVTI</vt:lpstr>
      <vt:lpstr>Cellphones in schools:  A Policy Review &amp; Analysis</vt:lpstr>
      <vt:lpstr>Background</vt:lpstr>
      <vt:lpstr>Summary of Key Elements (Scope document will be useful here)*</vt:lpstr>
      <vt:lpstr>What were the measures of success?*</vt:lpstr>
      <vt:lpstr>What changes were made from beginning to end of project?*</vt:lpstr>
      <vt:lpstr>How did your project interface with school culture, character education, and/or ethical practice?*</vt:lpstr>
      <vt:lpstr>What was the impact of project and what data was used as evidence of impact?*</vt:lpstr>
      <vt:lpstr>What are the next steps for this project; is it ongoing or is it at completion?  Where will you/would you take it next if you were to continue to work on this issue and why?*</vt:lpstr>
      <vt:lpstr>The Issue</vt:lpstr>
      <vt:lpstr>Policies across schools</vt:lpstr>
      <vt:lpstr>At my school</vt:lpstr>
      <vt:lpstr>Initial phone survey</vt:lpstr>
      <vt:lpstr>Survey results alignment with academic studies</vt:lpstr>
      <vt:lpstr>About  The School's new cell phone policy</vt:lpstr>
      <vt:lpstr>Impact of  the new policy</vt:lpstr>
      <vt:lpstr>Faculty follow-up survey 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Cellphones in schools:  A Policy Review &amp; Analysis</dc:title>
  <dc:creator/>
  <cp:lastModifiedBy>Blake Gideon</cp:lastModifiedBy>
  <cp:revision>45</cp:revision>
  <dcterms:created xsi:type="dcterms:W3CDTF">2024-12-04T01:54:15Z</dcterms:created>
  <dcterms:modified xsi:type="dcterms:W3CDTF">2024-12-24T20:10:19Z</dcterms:modified>
</cp:coreProperties>
</file>